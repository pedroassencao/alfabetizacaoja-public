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E6EE4326-E16D-48FD-A1F1-5C113846316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B4AD3-9C29-4726-A70F-238F44515408}" v="1" dt="2023-09-24T02:16:59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ygustavovilanova@outlook.com" userId="6d38b42a41be9b17" providerId="LiveId" clId="{DC5B4AD3-9C29-4726-A70F-238F44515408}"/>
    <pc:docChg chg="custSel addSld modSld modSection">
      <pc:chgData name="antonygustavovilanova@outlook.com" userId="6d38b42a41be9b17" providerId="LiveId" clId="{DC5B4AD3-9C29-4726-A70F-238F44515408}" dt="2023-09-24T02:18:09.520" v="37"/>
      <pc:docMkLst>
        <pc:docMk/>
      </pc:docMkLst>
      <pc:sldChg chg="addSp delSp modSp new mod">
        <pc:chgData name="antonygustavovilanova@outlook.com" userId="6d38b42a41be9b17" providerId="LiveId" clId="{DC5B4AD3-9C29-4726-A70F-238F44515408}" dt="2023-09-24T02:18:09.520" v="37"/>
        <pc:sldMkLst>
          <pc:docMk/>
          <pc:sldMk cId="2621778361" sldId="257"/>
        </pc:sldMkLst>
        <pc:spChg chg="del">
          <ac:chgData name="antonygustavovilanova@outlook.com" userId="6d38b42a41be9b17" providerId="LiveId" clId="{DC5B4AD3-9C29-4726-A70F-238F44515408}" dt="2023-09-24T02:16:24.807" v="1" actId="478"/>
          <ac:spMkLst>
            <pc:docMk/>
            <pc:sldMk cId="2621778361" sldId="257"/>
            <ac:spMk id="2" creationId="{235B2DF7-9415-7037-D53B-07A266476E65}"/>
          </ac:spMkLst>
        </pc:spChg>
        <pc:spChg chg="del">
          <ac:chgData name="antonygustavovilanova@outlook.com" userId="6d38b42a41be9b17" providerId="LiveId" clId="{DC5B4AD3-9C29-4726-A70F-238F44515408}" dt="2023-09-24T02:16:25.844" v="2" actId="478"/>
          <ac:spMkLst>
            <pc:docMk/>
            <pc:sldMk cId="2621778361" sldId="257"/>
            <ac:spMk id="3" creationId="{813DE3B1-C427-E083-F3C4-87963F968766}"/>
          </ac:spMkLst>
        </pc:spChg>
        <pc:spChg chg="add mod">
          <ac:chgData name="antonygustavovilanova@outlook.com" userId="6d38b42a41be9b17" providerId="LiveId" clId="{DC5B4AD3-9C29-4726-A70F-238F44515408}" dt="2023-09-24T02:17:25.397" v="31" actId="1076"/>
          <ac:spMkLst>
            <pc:docMk/>
            <pc:sldMk cId="2621778361" sldId="257"/>
            <ac:spMk id="4" creationId="{B3B11224-4330-DD2D-F73F-216EB093D458}"/>
          </ac:spMkLst>
        </pc:spChg>
        <pc:spChg chg="add mod">
          <ac:chgData name="antonygustavovilanova@outlook.com" userId="6d38b42a41be9b17" providerId="LiveId" clId="{DC5B4AD3-9C29-4726-A70F-238F44515408}" dt="2023-09-24T02:18:09.520" v="37"/>
          <ac:spMkLst>
            <pc:docMk/>
            <pc:sldMk cId="2621778361" sldId="257"/>
            <ac:spMk id="5" creationId="{EBAD2711-2311-6734-0F3F-BED4BFE4AF17}"/>
          </ac:spMkLst>
        </pc:spChg>
        <pc:cxnChg chg="add mod">
          <ac:chgData name="antonygustavovilanova@outlook.com" userId="6d38b42a41be9b17" providerId="LiveId" clId="{DC5B4AD3-9C29-4726-A70F-238F44515408}" dt="2023-09-24T02:17:44.663" v="35" actId="13822"/>
          <ac:cxnSpMkLst>
            <pc:docMk/>
            <pc:sldMk cId="2621778361" sldId="257"/>
            <ac:cxnSpMk id="7" creationId="{6302D418-90E0-C78A-D48C-AAAC4109D97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3A6A7-9055-8F5C-B765-32049E1B6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663DBB-04C2-4684-2581-EE90A1D74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37DFA9-2031-3319-DF90-C2CE5668B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92AB97-3297-2C94-E9E0-F47407C3A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D1B3D3-2F93-FC59-BC76-A2783E1F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20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7FD21-8FAF-49BF-F317-B62AFA18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9C7561-95C2-3295-6397-FDBAC0B4F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5F7202-6F94-0EEF-5F1A-65366A086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7ED49-1665-D254-D97E-BDE11727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000909-2E47-E12B-AC7E-F497D62A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33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F40EB-DDCF-5CF5-1694-CBB1418F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663A06-9306-DCAB-A772-A42542E05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400923-37CE-99D9-5E42-C6F26B6D6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47252A-86D0-9BD8-BC85-5C2EB318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F79C1B-43D2-3BEB-14E5-5EFBD780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46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3A40B-BE46-AFD6-5C1B-3CF9B48F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96C43-E833-E2B5-5490-B25DB4412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65AD5B-F29D-9DEF-4AF6-CD8AD1A02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10E8C9-1666-923E-FFFD-48A1C2630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699F07-010C-8307-2015-D95D2EB9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BA7463-EC3B-4CD0-EC75-59CEBB18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89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E0E8E-31BE-BE0A-0F5B-E147CC39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43E90F-E646-8413-03E0-8677DC563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428BF5-91E1-E4DD-33C8-E2B96494F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533F26-57E0-7F3A-556A-16A12FD8B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0A8400-0D9C-617C-011E-15CC1A137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5BEFFA-1F48-6DB5-20E6-B28B8E4F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559E3A-23C3-2527-64FE-425BD6F0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430CA3-E6A5-D959-D840-1149A82A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70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0E528-BBC7-8B81-D5A7-82EFE1F8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9AB27A-0B83-90A3-BA5D-142F2D00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BE6CE8-2F88-9784-5CE0-A9D53487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DC55B8-8E56-3A3D-0A3F-059D2701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38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EEF29D-DDCB-8B9B-B7F3-72A56AC5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DE98C-0516-ED5C-1BC9-8D62A30F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535DBE-8839-F0AE-52DB-D6CDA068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57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86D54-FB92-5ABB-8D51-7F1B24C2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EB2172-94D9-A052-9D42-259ECBC51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0E2F92-4A88-ED6A-A04C-CC0324974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6EC6CC-8691-6FA5-048C-ABC8A7C0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F78EF9-5734-4403-1951-EBF287CB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8EBEE9-3CEF-C295-7890-188C10F4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84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E21FA-9AD1-97F8-A2AD-F163CECF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39C83C-0FC8-C443-AF44-1BF2F7BEA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D33897-F02A-0E11-75EA-2E184470F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AD038B-F2D2-923A-8E9E-F3FB9AFC4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F11F06-32E3-441B-9342-DCD60D19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8FBEF0-546A-8E40-C7BB-BB1BF274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10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49852-61B3-0343-F014-75D95A71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E75B04-B9E2-B7F9-993E-AEC116172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5CE5E7-0BBC-1DFA-7E09-C23696E8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B24E44-2053-BF76-D182-B04C9D20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31632-373E-CE24-1E1C-5CCE849A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78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DB8F60-9AE4-C5F1-B29D-4E5F0230C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A8DB8D-815E-4FF5-37DE-E946D404D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93A3AF-CA71-C724-0554-74820317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4D0882-8E88-3D6A-136D-8FED25A6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E49E40-1D0F-9BC3-FB60-B14E9F22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01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04CD276-9D16-E14E-E0FA-581EF3D8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025B06-98BD-79ED-2F85-57F7B45E6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4133A6-E2B9-0737-C1AC-D21664CE7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BA5DB-1E0F-40CB-B66B-B3D6ED955C03}" type="datetimeFigureOut">
              <a:rPr lang="pt-BR" smtClean="0"/>
              <a:t>06/10/2023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A55CBF-5446-CBED-5E65-E15960F3B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4271D6-C9C0-8033-C99B-3522E3AE4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0E276-059B-4E13-8CDA-B4355B7D61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341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974FDFF-24C8-AC16-33E4-A249AED258EE}"/>
              </a:ext>
            </a:extLst>
          </p:cNvPr>
          <p:cNvSpPr/>
          <p:nvPr/>
        </p:nvSpPr>
        <p:spPr>
          <a:xfrm>
            <a:off x="2545273" y="97594"/>
            <a:ext cx="5701229" cy="6703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3C1018-DAC5-C00E-7B40-C3A04B93D909}"/>
              </a:ext>
            </a:extLst>
          </p:cNvPr>
          <p:cNvSpPr txBox="1"/>
          <p:nvPr/>
        </p:nvSpPr>
        <p:spPr>
          <a:xfrm>
            <a:off x="4543527" y="168306"/>
            <a:ext cx="262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AlfabetizaçãoJá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86D2D75-C3C4-CC4C-7F2C-9968C4127B14}"/>
              </a:ext>
            </a:extLst>
          </p:cNvPr>
          <p:cNvSpPr/>
          <p:nvPr/>
        </p:nvSpPr>
        <p:spPr>
          <a:xfrm>
            <a:off x="1205948" y="1325218"/>
            <a:ext cx="583096" cy="5963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6F988F1-93CB-5786-39F9-D25F6DE68F1F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497496" y="1921566"/>
            <a:ext cx="0" cy="5914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95AC150C-0A66-2A39-2E3C-DD040E026565}"/>
              </a:ext>
            </a:extLst>
          </p:cNvPr>
          <p:cNvCxnSpPr/>
          <p:nvPr/>
        </p:nvCxnSpPr>
        <p:spPr>
          <a:xfrm>
            <a:off x="1229613" y="2065176"/>
            <a:ext cx="5357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2CD60B85-9FA3-9A45-E43F-11FD68BFA3BB}"/>
              </a:ext>
            </a:extLst>
          </p:cNvPr>
          <p:cNvCxnSpPr>
            <a:cxnSpLocks/>
          </p:cNvCxnSpPr>
          <p:nvPr/>
        </p:nvCxnSpPr>
        <p:spPr>
          <a:xfrm flipH="1">
            <a:off x="1229613" y="2513045"/>
            <a:ext cx="267883" cy="313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0ADEC44-374B-A16C-8029-5B41E64B9297}"/>
              </a:ext>
            </a:extLst>
          </p:cNvPr>
          <p:cNvCxnSpPr>
            <a:cxnSpLocks/>
          </p:cNvCxnSpPr>
          <p:nvPr/>
        </p:nvCxnSpPr>
        <p:spPr>
          <a:xfrm>
            <a:off x="1497496" y="2513045"/>
            <a:ext cx="267883" cy="313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2DDBBA51-F397-8D8C-BD42-A155DF20609B}"/>
              </a:ext>
            </a:extLst>
          </p:cNvPr>
          <p:cNvSpPr/>
          <p:nvPr/>
        </p:nvSpPr>
        <p:spPr>
          <a:xfrm>
            <a:off x="9405983" y="1176373"/>
            <a:ext cx="583096" cy="5963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F649166-51FC-50FA-A6E7-D0B1CA95DBCC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9697531" y="1772721"/>
            <a:ext cx="0" cy="5914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C2570784-4886-656E-B2EC-8FCFA21ECED0}"/>
              </a:ext>
            </a:extLst>
          </p:cNvPr>
          <p:cNvCxnSpPr/>
          <p:nvPr/>
        </p:nvCxnSpPr>
        <p:spPr>
          <a:xfrm>
            <a:off x="9453313" y="1921566"/>
            <a:ext cx="5357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61023C3-1C40-F296-8D34-C31CF0EB12AC}"/>
              </a:ext>
            </a:extLst>
          </p:cNvPr>
          <p:cNvCxnSpPr>
            <a:cxnSpLocks/>
          </p:cNvCxnSpPr>
          <p:nvPr/>
        </p:nvCxnSpPr>
        <p:spPr>
          <a:xfrm flipH="1">
            <a:off x="9422629" y="2356404"/>
            <a:ext cx="267883" cy="313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751AED92-48A4-6A12-B003-707AC765E127}"/>
              </a:ext>
            </a:extLst>
          </p:cNvPr>
          <p:cNvCxnSpPr>
            <a:cxnSpLocks/>
          </p:cNvCxnSpPr>
          <p:nvPr/>
        </p:nvCxnSpPr>
        <p:spPr>
          <a:xfrm>
            <a:off x="9697531" y="2356404"/>
            <a:ext cx="267883" cy="313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2922F40-BE18-81DB-DC29-FA0EECBF7B14}"/>
              </a:ext>
            </a:extLst>
          </p:cNvPr>
          <p:cNvSpPr txBox="1"/>
          <p:nvPr/>
        </p:nvSpPr>
        <p:spPr>
          <a:xfrm>
            <a:off x="1129275" y="2826326"/>
            <a:ext cx="848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Aluno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0CEC318-33FC-F34C-DE50-56EA4C87E125}"/>
              </a:ext>
            </a:extLst>
          </p:cNvPr>
          <p:cNvSpPr txBox="1"/>
          <p:nvPr/>
        </p:nvSpPr>
        <p:spPr>
          <a:xfrm>
            <a:off x="9155612" y="2669686"/>
            <a:ext cx="108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Professor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4DC11CB-D4EF-12CA-DD8C-8957C4FE1F97}"/>
              </a:ext>
            </a:extLst>
          </p:cNvPr>
          <p:cNvSpPr/>
          <p:nvPr/>
        </p:nvSpPr>
        <p:spPr>
          <a:xfrm>
            <a:off x="4230670" y="765906"/>
            <a:ext cx="1470943" cy="7422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Envia Resposta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3CF7BEF-D1D9-84B4-1560-37487A925DD2}"/>
              </a:ext>
            </a:extLst>
          </p:cNvPr>
          <p:cNvSpPr/>
          <p:nvPr/>
        </p:nvSpPr>
        <p:spPr>
          <a:xfrm>
            <a:off x="4334771" y="1642054"/>
            <a:ext cx="1262743" cy="7422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Ler a história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48502138-9E83-5DF9-02B1-AA937E7C3130}"/>
              </a:ext>
            </a:extLst>
          </p:cNvPr>
          <p:cNvSpPr/>
          <p:nvPr/>
        </p:nvSpPr>
        <p:spPr>
          <a:xfrm>
            <a:off x="4334771" y="2612298"/>
            <a:ext cx="1329487" cy="7697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Insere o nome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D1A2CBA-9F00-EE61-3BF7-ED6A1A63B2D0}"/>
              </a:ext>
            </a:extLst>
          </p:cNvPr>
          <p:cNvSpPr/>
          <p:nvPr/>
        </p:nvSpPr>
        <p:spPr>
          <a:xfrm>
            <a:off x="4369182" y="3488445"/>
            <a:ext cx="1262743" cy="7422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Login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E2A4B3ED-E8C8-772E-7C90-94BB8135037B}"/>
              </a:ext>
            </a:extLst>
          </p:cNvPr>
          <p:cNvCxnSpPr>
            <a:cxnSpLocks/>
          </p:cNvCxnSpPr>
          <p:nvPr/>
        </p:nvCxnSpPr>
        <p:spPr>
          <a:xfrm flipV="1">
            <a:off x="2202921" y="1325218"/>
            <a:ext cx="1863968" cy="83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52289FFF-0A76-9A03-1E0D-29EBF17F39EE}"/>
              </a:ext>
            </a:extLst>
          </p:cNvPr>
          <p:cNvCxnSpPr>
            <a:cxnSpLocks/>
          </p:cNvCxnSpPr>
          <p:nvPr/>
        </p:nvCxnSpPr>
        <p:spPr>
          <a:xfrm flipV="1">
            <a:off x="2205410" y="2113831"/>
            <a:ext cx="1813163" cy="47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FE039C78-DD16-4AC5-4F45-42DD26A6FA1E}"/>
              </a:ext>
            </a:extLst>
          </p:cNvPr>
          <p:cNvCxnSpPr>
            <a:cxnSpLocks/>
          </p:cNvCxnSpPr>
          <p:nvPr/>
        </p:nvCxnSpPr>
        <p:spPr>
          <a:xfrm>
            <a:off x="2208461" y="2165557"/>
            <a:ext cx="1858428" cy="845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93EAB83F-3888-2E50-801A-63192FB41819}"/>
              </a:ext>
            </a:extLst>
          </p:cNvPr>
          <p:cNvCxnSpPr>
            <a:cxnSpLocks/>
          </p:cNvCxnSpPr>
          <p:nvPr/>
        </p:nvCxnSpPr>
        <p:spPr>
          <a:xfrm flipH="1" flipV="1">
            <a:off x="5889062" y="2013157"/>
            <a:ext cx="3097505" cy="52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1299C214-48FD-874C-0BA8-0DA1B7D835D4}"/>
              </a:ext>
            </a:extLst>
          </p:cNvPr>
          <p:cNvSpPr/>
          <p:nvPr/>
        </p:nvSpPr>
        <p:spPr>
          <a:xfrm>
            <a:off x="3557628" y="5517945"/>
            <a:ext cx="3033820" cy="1219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Cria , personaliza e fecha a sala</a:t>
            </a:r>
          </a:p>
          <a:p>
            <a:pPr algn="ctr"/>
            <a:r>
              <a:rPr lang="pt-BR" dirty="0"/>
              <a:t>Ver a tabela dos alunos, envia o link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D2C7B11-A4D3-7719-2E6F-CACEDE43B438}"/>
              </a:ext>
            </a:extLst>
          </p:cNvPr>
          <p:cNvSpPr/>
          <p:nvPr/>
        </p:nvSpPr>
        <p:spPr>
          <a:xfrm>
            <a:off x="4330357" y="4642884"/>
            <a:ext cx="1525136" cy="7422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Cadastra-se</a:t>
            </a:r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808E6769-03D9-5920-0E22-CB4B420BD63D}"/>
              </a:ext>
            </a:extLst>
          </p:cNvPr>
          <p:cNvCxnSpPr>
            <a:cxnSpLocks/>
          </p:cNvCxnSpPr>
          <p:nvPr/>
        </p:nvCxnSpPr>
        <p:spPr>
          <a:xfrm flipH="1">
            <a:off x="5702300" y="2065176"/>
            <a:ext cx="3284267" cy="1694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2027D31A-FBD1-C61A-1C8B-5DD38AAFD1AF}"/>
              </a:ext>
            </a:extLst>
          </p:cNvPr>
          <p:cNvCxnSpPr>
            <a:cxnSpLocks/>
          </p:cNvCxnSpPr>
          <p:nvPr/>
        </p:nvCxnSpPr>
        <p:spPr>
          <a:xfrm flipH="1">
            <a:off x="5838049" y="2065175"/>
            <a:ext cx="3148518" cy="27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0CB5B281-C7D8-31FA-DED2-E5EE6F831D90}"/>
              </a:ext>
            </a:extLst>
          </p:cNvPr>
          <p:cNvCxnSpPr>
            <a:cxnSpLocks/>
          </p:cNvCxnSpPr>
          <p:nvPr/>
        </p:nvCxnSpPr>
        <p:spPr>
          <a:xfrm flipH="1">
            <a:off x="6141033" y="2078207"/>
            <a:ext cx="2845534" cy="349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Elipse 70">
            <a:extLst>
              <a:ext uri="{FF2B5EF4-FFF2-40B4-BE49-F238E27FC236}">
                <a16:creationId xmlns:a16="http://schemas.microsoft.com/office/drawing/2014/main" id="{9D9D9EB3-8A31-60C8-1544-C1FD48E2FD1A}"/>
              </a:ext>
            </a:extLst>
          </p:cNvPr>
          <p:cNvSpPr/>
          <p:nvPr/>
        </p:nvSpPr>
        <p:spPr>
          <a:xfrm>
            <a:off x="1129275" y="4388517"/>
            <a:ext cx="583096" cy="5963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32184E07-BC25-A959-0369-279EDEC442C0}"/>
              </a:ext>
            </a:extLst>
          </p:cNvPr>
          <p:cNvCxnSpPr>
            <a:cxnSpLocks/>
            <a:stCxn id="71" idx="4"/>
          </p:cNvCxnSpPr>
          <p:nvPr/>
        </p:nvCxnSpPr>
        <p:spPr>
          <a:xfrm>
            <a:off x="1420823" y="4984865"/>
            <a:ext cx="0" cy="5914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770AFEB6-BD34-6CF7-05A2-76B31DA92A21}"/>
              </a:ext>
            </a:extLst>
          </p:cNvPr>
          <p:cNvCxnSpPr/>
          <p:nvPr/>
        </p:nvCxnSpPr>
        <p:spPr>
          <a:xfrm>
            <a:off x="1152940" y="5128475"/>
            <a:ext cx="5357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3288E268-8F16-E1D1-FCB8-F5346FA8B612}"/>
              </a:ext>
            </a:extLst>
          </p:cNvPr>
          <p:cNvCxnSpPr>
            <a:cxnSpLocks/>
          </p:cNvCxnSpPr>
          <p:nvPr/>
        </p:nvCxnSpPr>
        <p:spPr>
          <a:xfrm flipH="1">
            <a:off x="1152940" y="5576344"/>
            <a:ext cx="267883" cy="313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1E996EA-F99A-91EA-4A90-1172F8FEC664}"/>
              </a:ext>
            </a:extLst>
          </p:cNvPr>
          <p:cNvCxnSpPr>
            <a:cxnSpLocks/>
          </p:cNvCxnSpPr>
          <p:nvPr/>
        </p:nvCxnSpPr>
        <p:spPr>
          <a:xfrm>
            <a:off x="1420823" y="5576344"/>
            <a:ext cx="267883" cy="313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2D3D0A9A-5F38-DB01-2D56-5185D755A081}"/>
              </a:ext>
            </a:extLst>
          </p:cNvPr>
          <p:cNvSpPr txBox="1"/>
          <p:nvPr/>
        </p:nvSpPr>
        <p:spPr>
          <a:xfrm>
            <a:off x="725336" y="5846795"/>
            <a:ext cx="164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Administrador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ACCF8A33-7B03-836E-C883-55D3F17F0674}"/>
              </a:ext>
            </a:extLst>
          </p:cNvPr>
          <p:cNvSpPr/>
          <p:nvPr/>
        </p:nvSpPr>
        <p:spPr>
          <a:xfrm>
            <a:off x="2672872" y="4097758"/>
            <a:ext cx="1610886" cy="83726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Edita , adiciona e excluí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396AB6A4-A0FD-C6CE-2473-6A63E2ED889F}"/>
              </a:ext>
            </a:extLst>
          </p:cNvPr>
          <p:cNvCxnSpPr>
            <a:cxnSpLocks/>
          </p:cNvCxnSpPr>
          <p:nvPr/>
        </p:nvCxnSpPr>
        <p:spPr>
          <a:xfrm flipV="1">
            <a:off x="1677244" y="4710690"/>
            <a:ext cx="995628" cy="595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8EA9AB12-9692-05AE-88B1-0AB0C98C7D37}"/>
              </a:ext>
            </a:extLst>
          </p:cNvPr>
          <p:cNvCxnSpPr/>
          <p:nvPr/>
        </p:nvCxnSpPr>
        <p:spPr>
          <a:xfrm>
            <a:off x="5855492" y="1137009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98CAB4FC-45A3-19E2-A1E3-D39EBB2531DB}"/>
              </a:ext>
            </a:extLst>
          </p:cNvPr>
          <p:cNvCxnSpPr/>
          <p:nvPr/>
        </p:nvCxnSpPr>
        <p:spPr>
          <a:xfrm>
            <a:off x="6141033" y="1190342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BA75FEF4-D8DD-1CDD-7040-5AC3D279F137}"/>
              </a:ext>
            </a:extLst>
          </p:cNvPr>
          <p:cNvCxnSpPr>
            <a:cxnSpLocks/>
          </p:cNvCxnSpPr>
          <p:nvPr/>
        </p:nvCxnSpPr>
        <p:spPr>
          <a:xfrm>
            <a:off x="6442450" y="1241716"/>
            <a:ext cx="260012" cy="45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47F8F5D2-C7CF-A4D2-1D0D-5F0ACAC81CF9}"/>
              </a:ext>
            </a:extLst>
          </p:cNvPr>
          <p:cNvCxnSpPr/>
          <p:nvPr/>
        </p:nvCxnSpPr>
        <p:spPr>
          <a:xfrm>
            <a:off x="6743749" y="1302991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6BF3A1EE-4FB6-0A87-1127-FDA8E48BE1CD}"/>
              </a:ext>
            </a:extLst>
          </p:cNvPr>
          <p:cNvCxnSpPr/>
          <p:nvPr/>
        </p:nvCxnSpPr>
        <p:spPr>
          <a:xfrm>
            <a:off x="7077039" y="1359745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AC492C44-B3E1-DB6C-71AE-F8FF653F4F79}"/>
              </a:ext>
            </a:extLst>
          </p:cNvPr>
          <p:cNvCxnSpPr/>
          <p:nvPr/>
        </p:nvCxnSpPr>
        <p:spPr>
          <a:xfrm>
            <a:off x="7407806" y="1422806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598E54F2-6F37-E170-ED20-5ABE011D4B76}"/>
              </a:ext>
            </a:extLst>
          </p:cNvPr>
          <p:cNvCxnSpPr/>
          <p:nvPr/>
        </p:nvCxnSpPr>
        <p:spPr>
          <a:xfrm>
            <a:off x="7773192" y="1490410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19273072-DDF4-783C-47E1-9B18CB2F0D8C}"/>
              </a:ext>
            </a:extLst>
          </p:cNvPr>
          <p:cNvCxnSpPr/>
          <p:nvPr/>
        </p:nvCxnSpPr>
        <p:spPr>
          <a:xfrm>
            <a:off x="8125113" y="1547426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8335BA4E-4D98-92F2-22D1-06C5A155FF67}"/>
              </a:ext>
            </a:extLst>
          </p:cNvPr>
          <p:cNvCxnSpPr>
            <a:cxnSpLocks/>
          </p:cNvCxnSpPr>
          <p:nvPr/>
        </p:nvCxnSpPr>
        <p:spPr>
          <a:xfrm>
            <a:off x="8743752" y="1547426"/>
            <a:ext cx="111587" cy="145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to 104">
            <a:extLst>
              <a:ext uri="{FF2B5EF4-FFF2-40B4-BE49-F238E27FC236}">
                <a16:creationId xmlns:a16="http://schemas.microsoft.com/office/drawing/2014/main" id="{21E991A2-F358-E2FC-6C1C-9801298373AA}"/>
              </a:ext>
            </a:extLst>
          </p:cNvPr>
          <p:cNvCxnSpPr/>
          <p:nvPr/>
        </p:nvCxnSpPr>
        <p:spPr>
          <a:xfrm>
            <a:off x="8490567" y="1618710"/>
            <a:ext cx="240508" cy="3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664A9B07-206F-37FD-6BF5-0CC49B899FC3}"/>
              </a:ext>
            </a:extLst>
          </p:cNvPr>
          <p:cNvCxnSpPr>
            <a:cxnSpLocks/>
          </p:cNvCxnSpPr>
          <p:nvPr/>
        </p:nvCxnSpPr>
        <p:spPr>
          <a:xfrm flipV="1">
            <a:off x="8704042" y="1693419"/>
            <a:ext cx="151297" cy="54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335C01CB-1641-66AB-D2A0-4DCCFE91DF0C}"/>
              </a:ext>
            </a:extLst>
          </p:cNvPr>
          <p:cNvSpPr txBox="1"/>
          <p:nvPr/>
        </p:nvSpPr>
        <p:spPr>
          <a:xfrm rot="615827">
            <a:off x="6612311" y="1055515"/>
            <a:ext cx="150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&lt;&lt;Incluido&gt;&gt;</a:t>
            </a:r>
          </a:p>
        </p:txBody>
      </p: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EE5481A9-6131-AE7F-B563-B49A8167C655}"/>
              </a:ext>
            </a:extLst>
          </p:cNvPr>
          <p:cNvCxnSpPr>
            <a:cxnSpLocks/>
          </p:cNvCxnSpPr>
          <p:nvPr/>
        </p:nvCxnSpPr>
        <p:spPr>
          <a:xfrm>
            <a:off x="5037787" y="4364396"/>
            <a:ext cx="0" cy="76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3AD9DFDB-A3A4-455F-9BD2-A4DB41614CD9}"/>
              </a:ext>
            </a:extLst>
          </p:cNvPr>
          <p:cNvCxnSpPr>
            <a:cxnSpLocks/>
          </p:cNvCxnSpPr>
          <p:nvPr/>
        </p:nvCxnSpPr>
        <p:spPr>
          <a:xfrm>
            <a:off x="5037787" y="4453974"/>
            <a:ext cx="0" cy="76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AB1761DE-45F9-813F-5685-D66347A84E81}"/>
              </a:ext>
            </a:extLst>
          </p:cNvPr>
          <p:cNvCxnSpPr>
            <a:cxnSpLocks/>
          </p:cNvCxnSpPr>
          <p:nvPr/>
        </p:nvCxnSpPr>
        <p:spPr>
          <a:xfrm>
            <a:off x="5037787" y="4544721"/>
            <a:ext cx="0" cy="76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384EEE90-E96C-6748-1DFB-44F0EF916784}"/>
              </a:ext>
            </a:extLst>
          </p:cNvPr>
          <p:cNvCxnSpPr>
            <a:cxnSpLocks/>
          </p:cNvCxnSpPr>
          <p:nvPr/>
        </p:nvCxnSpPr>
        <p:spPr>
          <a:xfrm flipV="1">
            <a:off x="4991815" y="4309607"/>
            <a:ext cx="44696" cy="79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BAFAD42F-B5F1-4DE1-6149-A381FEABDB60}"/>
              </a:ext>
            </a:extLst>
          </p:cNvPr>
          <p:cNvCxnSpPr>
            <a:cxnSpLocks/>
          </p:cNvCxnSpPr>
          <p:nvPr/>
        </p:nvCxnSpPr>
        <p:spPr>
          <a:xfrm flipH="1" flipV="1">
            <a:off x="5036511" y="4308653"/>
            <a:ext cx="44696" cy="79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FDE29DFC-3454-6F78-BD75-1684015B0C60}"/>
              </a:ext>
            </a:extLst>
          </p:cNvPr>
          <p:cNvSpPr txBox="1"/>
          <p:nvPr/>
        </p:nvSpPr>
        <p:spPr>
          <a:xfrm>
            <a:off x="5038366" y="4219240"/>
            <a:ext cx="1342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&lt;&lt;Estender&gt;&gt;</a:t>
            </a:r>
          </a:p>
        </p:txBody>
      </p:sp>
    </p:spTree>
    <p:extLst>
      <p:ext uri="{BB962C8B-B14F-4D97-AF65-F5344CB8AC3E}">
        <p14:creationId xmlns:p14="http://schemas.microsoft.com/office/powerpoint/2010/main" val="3419458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522</TotalTime>
  <Words>41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antonygustavovilanova@outlook.com</dc:creator>
  <cp:lastModifiedBy>antonygustavovilanova@outlook.com</cp:lastModifiedBy>
  <cp:revision>5</cp:revision>
  <dcterms:created xsi:type="dcterms:W3CDTF">2023-09-23T17:35:19Z</dcterms:created>
  <dcterms:modified xsi:type="dcterms:W3CDTF">2023-10-06T17:03:02Z</dcterms:modified>
</cp:coreProperties>
</file>